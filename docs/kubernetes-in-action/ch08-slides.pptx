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" name="Shape 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챕터의 핵심 질문 두 가지로 시작</a:t>
            </a:r>
            <a:r>
              <a:t>:</a:t>
            </a:r>
          </a:p>
          <a:p>
            <a:pPr/>
            <a:r>
              <a:t>1. 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안의 앱이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내가 어느 </a:t>
            </a:r>
            <a:r>
              <a:t>Pod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이지</a:t>
            </a:r>
            <a:r>
              <a:t>?"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어떻게 아는가</a:t>
            </a:r>
            <a:r>
              <a:t>?</a:t>
            </a:r>
          </a:p>
          <a:p>
            <a:pPr/>
            <a:r>
              <a:t>2.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클러스터에 뭐가 있지</a:t>
            </a:r>
            <a:r>
              <a:t>?"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어떻게 조회하는가</a:t>
            </a:r>
            <a:r>
              <a:t>?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답</a:t>
            </a:r>
            <a:r>
              <a:t>: Downward API + Kubernetes 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직접 접근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두 가지는 완전히 다른 메커니즘이고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각각 사용 시점도 다름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청중에게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본인이 만든 앱이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이름을 알아야 했던 적 있나요</a:t>
            </a:r>
            <a:r>
              <a:t>?"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라고 물으며 시작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" name="Shape 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챕터에서 다룰 두 가지 주제를 한 슬라이드에 명확히 분리</a:t>
            </a:r>
            <a:r>
              <a:t>.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자기 정보 </a:t>
            </a:r>
            <a:r>
              <a:t>= Downward API (kubelet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주입</a:t>
            </a:r>
            <a:r>
              <a:t>)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남의 정보 </a:t>
            </a:r>
            <a:r>
              <a:t>= API Server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네트워크 </a:t>
            </a:r>
            <a:r>
              <a:t>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인증</a:t>
            </a:r>
            <a:r>
              <a:t>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둘을 헷갈리는 사람이 많은데</a:t>
            </a:r>
            <a:r>
              <a:t>,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외부 통신 여부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결정적 차이라고 강조</a:t>
            </a:r>
            <a:r>
              <a:t>.</a:t>
            </a:r>
          </a:p>
          <a:p>
            <a:pPr/>
            <a:r>
              <a:t>30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초 안에 이 표만 머리에 남으면 됨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챕터의 동기 부여 슬라이드</a:t>
            </a:r>
            <a:r>
              <a:t>.</a:t>
            </a: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왜 </a:t>
            </a:r>
            <a:r>
              <a:t>Downward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필요하지</a:t>
            </a:r>
            <a:r>
              <a:t>?"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라는 질문의 진짜 답은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우리는 </a:t>
            </a:r>
            <a:r>
              <a:t>Pod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직접 만들지 않기 때문</a:t>
            </a:r>
            <a:r>
              <a:t>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임을 먼저 짚어야 함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청중에게 던질 질문</a:t>
            </a:r>
            <a:r>
              <a:t>:</a:t>
            </a:r>
          </a:p>
          <a:p>
            <a:pPr/>
            <a:r>
              <a:t>-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여러분 </a:t>
            </a:r>
            <a:r>
              <a:t>manifest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작성할 때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직접 만드는 분</a:t>
            </a:r>
            <a:r>
              <a:t>?"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거의 없음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"Deployment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replicas: 3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쓰면 </a:t>
            </a:r>
            <a:r>
              <a:t>→ ReplicaSet → Pod 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 자동</a:t>
            </a:r>
            <a:r>
              <a:t>"</a:t>
            </a:r>
          </a:p>
          <a:p>
            <a:pPr/>
            <a:r>
              <a:t>-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</a:t>
            </a:r>
            <a:r>
              <a:t>Pod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이름은</a:t>
            </a:r>
            <a:r>
              <a:t>? kubia-7d4b8c9f-x7k2n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같은 </a:t>
            </a:r>
            <a:r>
              <a:t>hash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붙은 자동 이름</a:t>
            </a:r>
            <a:r>
              <a:t>"</a:t>
            </a:r>
          </a:p>
          <a:p>
            <a:pPr/>
          </a:p>
          <a:p>
            <a:pPr/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그래서 앱은 자기 이름을 미리 알 수 없음</a:t>
            </a:r>
            <a:r>
              <a:t>.</a:t>
            </a:r>
          </a:p>
          <a:p>
            <a:pPr/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실행 시점에 받아야 함</a:t>
            </a:r>
            <a:r>
              <a:t>.</a:t>
            </a:r>
          </a:p>
          <a:p>
            <a:pPr/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그게 </a:t>
            </a:r>
            <a:r>
              <a:t>Downward API.</a:t>
            </a:r>
          </a:p>
          <a:p>
            <a:pPr/>
          </a:p>
          <a:p>
            <a:pPr/>
            <a:r>
              <a:t>ownerReferences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계층 구조가 표현됨</a:t>
            </a:r>
            <a:r>
              <a:t>:</a:t>
            </a:r>
          </a:p>
          <a:p>
            <a:pPr/>
            <a:r>
              <a:t>Pod.metadata.ownerReferences → ReplicaSet</a:t>
            </a:r>
          </a:p>
          <a:p>
            <a:pPr/>
            <a:r>
              <a:t>ReplicaSet.metadata.ownerReferences → Deployment</a:t>
            </a:r>
          </a:p>
          <a:p>
            <a:pPr/>
          </a:p>
          <a:p>
            <a:pPr/>
            <a:r>
              <a:t>ch04 ReplicationController, ch09 Deployment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 더 자세히 다룸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발표에서는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그래서 </a:t>
            </a:r>
            <a:r>
              <a:t>Pod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자기 정보를 알아야 한다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motivation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까지만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첫 번째 주제 진입</a:t>
            </a:r>
            <a:r>
              <a:t>.</a:t>
            </a: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앱이 자기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이름을 어떻게 알까</a:t>
            </a:r>
            <a:r>
              <a:t>?"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라는 단순한 질문에서 출발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이걸 해결하는 게 </a:t>
            </a:r>
            <a:r>
              <a:t>Downward API.</a:t>
            </a: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왜 필요한가</a:t>
            </a:r>
            <a:r>
              <a:t>" →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어떻게 쓰는가</a:t>
            </a:r>
            <a:r>
              <a:t>" →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함정</a:t>
            </a:r>
            <a:r>
              <a:t>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순으로 진행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구체적인 시나리오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개로 필요성을 어필</a:t>
            </a:r>
            <a:r>
              <a:t>:</a:t>
            </a:r>
          </a:p>
          <a:p>
            <a:pPr/>
            <a:r>
              <a:t>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로깅에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이름 찍기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가장 흔한 케이스</a:t>
            </a:r>
            <a:r>
              <a:t>)</a:t>
            </a:r>
          </a:p>
          <a:p>
            <a:pPr/>
            <a:r>
              <a:t>2. JVM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같은 곳에서 메모리 </a:t>
            </a:r>
            <a:r>
              <a:t>limit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인식 </a:t>
            </a:r>
            <a:r>
              <a:t>(Heap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자동 설정</a:t>
            </a:r>
            <a:r>
              <a:t>)</a:t>
            </a:r>
          </a:p>
          <a:p>
            <a:pPr/>
            <a:r>
              <a:t>3.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분산 앱의 자기 </a:t>
            </a:r>
            <a:r>
              <a:t>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인식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핵심</a:t>
            </a:r>
            <a:r>
              <a:t>: "k8s 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호출은 무거워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자기 정보 정도는 가볍게 받자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동기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앱이 </a:t>
            </a:r>
            <a:r>
              <a:t>k8s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결합되지 않는다는 점도 중요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환경변수로만 받으면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나중에 다른 환경에서도 같은 코드로 동작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" name="Shape 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두 가지 방식을 표로 정리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환경변수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간단</a:t>
            </a:r>
            <a:r>
              <a:t>,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회성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컨테이너 재시작해야 갱신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볼륨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파일 형태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일부 필드는 런타임에 자동 갱신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더 풍부한 표현</a:t>
            </a:r>
            <a:r>
              <a:t>.</a:t>
            </a:r>
          </a:p>
          <a:p>
            <a:pPr/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언제 뭘 쓰지</a:t>
            </a:r>
            <a:r>
              <a:t>?"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대한 답</a:t>
            </a:r>
            <a:r>
              <a:t>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단순 식별자 </a:t>
            </a:r>
            <a:r>
              <a:t>(Pod name): 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충분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라벨</a:t>
            </a:r>
            <a:r>
              <a:t>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어노테이션 전체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자주 바뀌는 정보</a:t>
            </a:r>
            <a:r>
              <a:t>: volume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다음 슬라이드에서 구체적 차이 설명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공식 문서를 직접 보면서 헷갈렸던 포인트</a:t>
            </a:r>
            <a:r>
              <a:t>:</a:t>
            </a:r>
          </a:p>
          <a:p>
            <a:pPr/>
            <a:r>
              <a:t>- "labels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불가</a:t>
            </a:r>
            <a:r>
              <a:t>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라고 책에서는 적혀있지만</a:t>
            </a:r>
            <a:r>
              <a:t>,</a:t>
            </a:r>
          </a:p>
          <a:p>
            <a:pPr/>
            <a:r>
              <a:t>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사실 </a:t>
            </a:r>
            <a:r>
              <a:t>**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</a:t>
            </a:r>
            <a:r>
              <a:t>** labels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만 </a:t>
            </a:r>
            <a:r>
              <a:t>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불가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단일 키는 </a:t>
            </a:r>
            <a:r>
              <a:t>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가능</a:t>
            </a:r>
            <a:r>
              <a:t>.</a:t>
            </a:r>
          </a:p>
          <a:p>
            <a:pPr/>
            <a:r>
              <a:t>- 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전용 필드들이 의외로 많음 </a:t>
            </a:r>
            <a:r>
              <a:t>(nodeName, podIP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</a:t>
            </a:r>
            <a:r>
              <a:t>)</a:t>
            </a:r>
          </a:p>
          <a:p>
            <a:pPr/>
            <a:r>
              <a:t>- volume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전용은 단 두 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 </a:t>
            </a:r>
            <a:r>
              <a:t>labels,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 </a:t>
            </a:r>
            <a:r>
              <a:t>annotations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슬라이드는 외울 필요 없음</a:t>
            </a:r>
            <a:r>
              <a:t>.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필요할 때 찾을 수 있다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인지만</a:t>
            </a:r>
            <a:r>
              <a:t>.</a:t>
            </a: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왜 전체 </a:t>
            </a:r>
            <a:r>
              <a:t>labels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불가</a:t>
            </a:r>
            <a:r>
              <a:t>?" → multi-line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값이라 </a:t>
            </a:r>
            <a:r>
              <a:t>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못 넣음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JVM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앱에서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 메모리 </a:t>
            </a:r>
            <a:r>
              <a:t>limit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은</a:t>
            </a:r>
            <a:r>
              <a:t>?"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알면 </a:t>
            </a:r>
            <a:r>
              <a:t>Heap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사이즈를 자동 설정 가능</a:t>
            </a:r>
            <a:r>
              <a:t>.</a:t>
            </a:r>
          </a:p>
          <a:p>
            <a:pPr/>
            <a:r>
              <a:t>divisor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핵심</a:t>
            </a:r>
            <a:r>
              <a:t>:</a:t>
            </a:r>
          </a:p>
          <a:p>
            <a:pPr/>
            <a:r>
              <a:t>- 1m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밀리코어 단위로 변환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- 1Mi → MiB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단위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생략 시 </a:t>
            </a:r>
            <a:r>
              <a:t>raw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값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반올림 동작 주의</a:t>
            </a:r>
            <a:r>
              <a:t>)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면접 질문 단골</a:t>
            </a:r>
            <a:r>
              <a:t>: "limits.cpu = 100m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을 </a:t>
            </a:r>
            <a:r>
              <a:t>divisor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없이 받으면</a:t>
            </a:r>
            <a:r>
              <a:t>?" → "0.1"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실제로는 정수만 받고 싶어서 </a:t>
            </a:r>
            <a:r>
              <a:t>divisor 1m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권장</a:t>
            </a:r>
            <a:r>
              <a:t>.</a:t>
            </a:r>
          </a:p>
          <a:p>
            <a:pPr/>
          </a:p>
          <a:p>
            <a:pPr/>
            <a:r>
              <a:t>hugepages-*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DPDK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나 </a:t>
            </a:r>
            <a:r>
              <a:t>JVM Large Pages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쓰는 경우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일반적으로 불필요</a:t>
            </a:r>
            <a:r>
              <a:t>.</a:t>
            </a:r>
          </a:p>
          <a:p>
            <a:pPr/>
          </a:p>
          <a:p>
            <a:pPr/>
            <a:r>
              <a:t>limits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미설정 시 함정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줄로만 언급</a:t>
            </a:r>
            <a:r>
              <a:t>):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위 경고 한 줄로 인지만 시키고 깊이는 </a:t>
            </a:r>
            <a:r>
              <a:t>ch14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</a:t>
            </a:r>
            <a:r>
              <a:t>.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청중이 더 묻고 싶어하면</a:t>
            </a:r>
            <a:r>
              <a:t>: 32GB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노드면 </a:t>
            </a:r>
            <a:r>
              <a:t>32GB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들어옴 </a:t>
            </a:r>
            <a:r>
              <a:t>→ JVM Heap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자동 설정 시 위험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 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항상 </a:t>
            </a:r>
            <a:r>
              <a:t>limits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명시 </a:t>
            </a:r>
            <a:r>
              <a:t>+ divisor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가드 권장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가장 흔한 패턴 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개를 한 번에 보여줌</a:t>
            </a:r>
            <a:r>
              <a:t>:</a:t>
            </a:r>
          </a:p>
          <a:p>
            <a:pPr/>
            <a:r>
              <a:t>- POD_NAME: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로깅용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POD_IP: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자기 </a:t>
            </a:r>
            <a:r>
              <a:t>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인식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분산 시스템</a:t>
            </a:r>
            <a:r>
              <a:t>)</a:t>
            </a:r>
          </a:p>
          <a:p>
            <a:pPr/>
            <a:r>
              <a:t>- NODE_NAME: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어느 노드에 떠있나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디버깅</a:t>
            </a:r>
            <a:r>
              <a:t>)</a:t>
            </a:r>
          </a:p>
          <a:p>
            <a:pPr/>
          </a:p>
          <a:p>
            <a:pPr/>
            <a:r>
              <a:t>valueFrom + fieldRef + fieldPath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3-tier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구조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패턴은 외워두면 좋음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실제 데모에서는 </a:t>
            </a:r>
            <a:r>
              <a:t>`kubectl exec`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들어가서 </a:t>
            </a:r>
            <a:r>
              <a:t>env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확인하는 게 임팩트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볼륨의 핵심 </a:t>
            </a:r>
            <a:r>
              <a:t>use case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전체 </a:t>
            </a:r>
            <a:r>
              <a:t>labels/annotations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노출</a:t>
            </a:r>
            <a:r>
              <a:t>".</a:t>
            </a:r>
          </a:p>
          <a:p>
            <a:pPr/>
            <a:r>
              <a:t>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로는 못 하는 일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파일 포맷</a:t>
            </a:r>
            <a:r>
              <a:t>:</a:t>
            </a:r>
          </a:p>
          <a:p>
            <a:pPr/>
            <a:r>
              <a:t>labels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파일 안에는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  </a:t>
            </a:r>
            <a:r>
              <a:t>app="kubia"</a:t>
            </a:r>
          </a:p>
          <a:p>
            <a:pPr/>
            <a:r>
              <a:t>  env="prod"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한 줄에 하나씩</a:t>
            </a:r>
            <a:r>
              <a:t>, key="value"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형식으로 자동 포맷됨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앱은 이 파일을 </a:t>
            </a:r>
            <a:r>
              <a:t>watch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하면 라벨 변경을 감지 가능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다음 슬라이드</a:t>
            </a:r>
            <a:r>
              <a:t>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슬라이드가 </a:t>
            </a:r>
            <a:r>
              <a:t>ch08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가장 실용적인 인사이트</a:t>
            </a:r>
            <a:r>
              <a:t>.</a:t>
            </a:r>
          </a:p>
          <a:p>
            <a:pPr/>
            <a:r>
              <a:t>**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볼륨은 살아있는 파일이다</a:t>
            </a:r>
            <a:r>
              <a:t>** — k8s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백그라운드에서 갱신해줌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실습에서 검증한 내용</a:t>
            </a:r>
            <a:r>
              <a:t>:</a:t>
            </a:r>
          </a:p>
          <a:p>
            <a:pPr/>
            <a:r>
              <a:t>- kubectl label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후 약 </a:t>
            </a:r>
            <a:r>
              <a:t>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초 안에 파일 변경 확인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영원히 그대로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v1.35 stable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in-place resize: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컨테이너 재시작 없이 </a:t>
            </a:r>
            <a:r>
              <a:t>CPU/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메모리 변경 가능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이때 </a:t>
            </a:r>
            <a:r>
              <a:t>volume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resourceFieldRef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파일은 자동 갱신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stale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상태 유지 </a:t>
            </a:r>
            <a:r>
              <a:t>→ **JVM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앱이 </a:t>
            </a:r>
            <a:r>
              <a:t>limits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보고 </a:t>
            </a:r>
            <a:r>
              <a:t>Heap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설정한다면 </a:t>
            </a:r>
            <a:r>
              <a:t>volume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으로 받아야</a:t>
            </a:r>
            <a:r>
              <a:t>**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과 </a:t>
            </a:r>
            <a:r>
              <a:t>Part 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사이의 브리지 슬라이드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같은 정보를 두 방식으로 받았을 때 비용 차이를 직접 비교</a:t>
            </a:r>
            <a:r>
              <a:t>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코드 줄 수</a:t>
            </a:r>
            <a:r>
              <a:t>: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줄 </a:t>
            </a:r>
            <a:r>
              <a:t>vs 5+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줄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네트워크</a:t>
            </a:r>
            <a:r>
              <a:t>: 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회 </a:t>
            </a:r>
            <a:r>
              <a:t>vs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인증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없음 </a:t>
            </a:r>
            <a:r>
              <a:t>vs TLS+Bearer+RBAC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지연</a:t>
            </a:r>
            <a:r>
              <a:t>: ~0 vs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수십 </a:t>
            </a:r>
            <a:r>
              <a:t>ms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핵심 메시지</a:t>
            </a:r>
            <a:r>
              <a:t>: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할 수만 있으면 </a:t>
            </a:r>
            <a:r>
              <a:t>Downward API.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그게 안 될 때만 </a:t>
            </a:r>
            <a:r>
              <a:t>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</a:t>
            </a:r>
            <a:r>
              <a:t>."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청중 흔한 실수</a:t>
            </a:r>
            <a:r>
              <a:t>:</a:t>
            </a:r>
          </a:p>
          <a:p>
            <a:pPr/>
            <a:r>
              <a:t>- Pod name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알려고 </a:t>
            </a:r>
            <a:r>
              <a:t>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호출하기 </a:t>
            </a:r>
            <a:r>
              <a:t>(Downward env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충분</a:t>
            </a:r>
            <a:r>
              <a:t>)</a:t>
            </a:r>
          </a:p>
          <a:p>
            <a:pPr/>
            <a:r>
              <a:t>- self-IP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알려고 </a:t>
            </a:r>
            <a:r>
              <a:t>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호출하기 </a:t>
            </a:r>
            <a:r>
              <a:t>(status.podIP)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자기 컨테이너 메모리 </a:t>
            </a:r>
            <a:r>
              <a:t>limit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알려고 </a:t>
            </a:r>
            <a:r>
              <a:t>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호출하기 </a:t>
            </a:r>
            <a:r>
              <a:t>(resourceFieldRef)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세 경우 모두 </a:t>
            </a:r>
            <a:r>
              <a:t>Downward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충분</a:t>
            </a:r>
            <a:r>
              <a:t>. 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호출이 필요한 진짜 </a:t>
            </a:r>
            <a:r>
              <a:t>use case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</a:t>
            </a:r>
            <a:r>
              <a:t>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다른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목록 조회 </a:t>
            </a:r>
            <a:r>
              <a:t>(peer discovery, Cassandra/Kafka)</a:t>
            </a:r>
          </a:p>
          <a:p>
            <a:pPr/>
            <a:r>
              <a:t>- Service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목록 조회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자동 라우팅 도구</a:t>
            </a:r>
            <a:r>
              <a:t>)</a:t>
            </a:r>
          </a:p>
          <a:p>
            <a:pPr/>
            <a:r>
              <a:t>- Event watch (Operator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패턴</a:t>
            </a:r>
            <a:r>
              <a:t>)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다음 슬라이드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남의 정보가 꼭 필요한</a:t>
            </a:r>
            <a:r>
              <a:t>"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경우들로 진입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" name="Shape 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두 번째 주제로 전환</a:t>
            </a:r>
            <a:r>
              <a:t>.</a:t>
            </a:r>
          </a:p>
          <a:p>
            <a:pPr/>
            <a:r>
              <a:t>"Downward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자기 자신만</a:t>
            </a:r>
            <a:r>
              <a:t>." →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다른 </a:t>
            </a:r>
            <a:r>
              <a:t>Pod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목록 조회하려면</a:t>
            </a:r>
            <a:r>
              <a:t>?"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이때부터는 </a:t>
            </a:r>
            <a:r>
              <a:t>API Server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와 통신해야 하고</a:t>
            </a:r>
            <a:r>
              <a:t>,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인증</a:t>
            </a:r>
            <a:r>
              <a:t>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인가 문제가 등장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" name="Shape 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한계 명확히 짚기</a:t>
            </a:r>
            <a:r>
              <a:t>:</a:t>
            </a:r>
          </a:p>
          <a:p>
            <a:pPr/>
            <a:r>
              <a:t>Downward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셀프 서비스</a:t>
            </a:r>
            <a:r>
              <a:t>"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자기 정보만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다른 정보는 </a:t>
            </a:r>
            <a:r>
              <a:t>"API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필요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대표 </a:t>
            </a:r>
            <a:r>
              <a:t>use case:</a:t>
            </a:r>
          </a:p>
          <a:p>
            <a:pPr/>
            <a:r>
              <a:t>- Cassandra/Kafka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같은 분산 </a:t>
            </a:r>
            <a:r>
              <a:t>DB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</a:t>
            </a:r>
            <a:r>
              <a:t>peer discovery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운영 자동화 도구 </a:t>
            </a:r>
            <a:r>
              <a:t>(cluster autoscaler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</a:t>
            </a:r>
            <a:r>
              <a:t>)</a:t>
            </a:r>
          </a:p>
          <a:p>
            <a:pPr/>
            <a:r>
              <a:t>- Operator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패턴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부분은 쓸 일이 적지만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번 쓰면 반드시 알아야 할 인증 흐름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" name="Shape 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왜 </a:t>
            </a:r>
            <a:r>
              <a:t>HTTPS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인가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 진짜 답은 보안 위협 모델로 설명해야 함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핵심 메시지</a:t>
            </a:r>
            <a:r>
              <a:t>:</a:t>
            </a:r>
          </a:p>
          <a:p>
            <a:pPr/>
            <a:r>
              <a:t>1. Bearer token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은 헤더에 평문</a:t>
            </a:r>
            <a:r>
              <a:t>. HTTP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였다면 가로채면 끝</a:t>
            </a:r>
            <a:r>
              <a:t>.</a:t>
            </a:r>
          </a:p>
          <a:p>
            <a:pPr/>
            <a:r>
              <a:t>2. Pod-to-apiserver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트래픽은 노드 간 네트워크를 통과 </a:t>
            </a:r>
            <a:r>
              <a:t>(CNI overlay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포함</a:t>
            </a:r>
            <a:r>
              <a:t>).</a:t>
            </a:r>
          </a:p>
          <a:p>
            <a:pPr/>
            <a:r>
              <a:t>   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내부 네트워크니 안전하다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가정 </a:t>
            </a:r>
            <a:r>
              <a:t>X — k8s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untrusted network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가정</a:t>
            </a:r>
            <a:r>
              <a:t>.</a:t>
            </a:r>
          </a:p>
          <a:p>
            <a:pPr/>
            <a:r>
              <a:t>3. ca.crt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하는 일</a:t>
            </a:r>
            <a:r>
              <a:t>: apiserver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제시한 인증서의 </a:t>
            </a:r>
            <a:r>
              <a:t>SAN(Subject Alternative Name)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   </a:t>
            </a:r>
            <a:r>
              <a:t>kubernetes.default.svc, 10.96.0.1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등이 들어있는지 검증</a:t>
            </a:r>
            <a:r>
              <a:t>.</a:t>
            </a:r>
          </a:p>
          <a:p>
            <a:pPr/>
            <a:r>
              <a:t>   → MITM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가짜 인증서를 보내면 검증 실패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연결 거부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역사적 사실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출처 확인됨</a:t>
            </a:r>
            <a:r>
              <a:t>):</a:t>
            </a:r>
          </a:p>
          <a:p>
            <a:pPr/>
            <a:r>
              <a:t>- v1.10: --insecure-port deprecated</a:t>
            </a:r>
          </a:p>
          <a:p>
            <a:pPr/>
            <a:r>
              <a:t>- v1.20 (PR #95856): insecure serving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코드 자체 제거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v1.24 (PR #106859): --insecure-port, --insecure-bind-address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플래그도 제거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즉 현재 클러스터에서 평문으로 </a:t>
            </a:r>
            <a:r>
              <a:t>apiserver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띄우는 것 </a:t>
            </a:r>
            <a:r>
              <a:t>=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불가능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왜 </a:t>
            </a:r>
            <a:r>
              <a:t>mTLS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아닌 </a:t>
            </a:r>
            <a:r>
              <a:t>Bearer? 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청중이 물을 가능성 있음</a:t>
            </a:r>
            <a:r>
              <a:t>):</a:t>
            </a:r>
          </a:p>
          <a:p>
            <a:pPr/>
            <a:r>
              <a:t>- Pod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은 동적 생성 </a:t>
            </a:r>
            <a:r>
              <a:t>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인증서 사전 발급 어려움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JWT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SA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자동 생성</a:t>
            </a:r>
            <a:r>
              <a:t>, projected token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으로 자동 만료</a:t>
            </a:r>
            <a:r>
              <a:t>/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회전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mTLS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필요한 고보안 환경</a:t>
            </a:r>
            <a:r>
              <a:t>: cert-manager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별도 인증서 주입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미래</a:t>
            </a:r>
            <a:r>
              <a:t>: KEP-4317 "Pod Certificates" (v1.35 beta) 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빌트인 </a:t>
            </a:r>
            <a:r>
              <a:t>mTLS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지원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다음 슬라이드 연결</a:t>
            </a:r>
            <a:r>
              <a:t>: "HTTPS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임은 알았다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그럼 인증은</a:t>
            </a:r>
            <a:r>
              <a:t>?" → ServiceAccount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등장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" name="Shape 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"3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종 세트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핵심</a:t>
            </a:r>
            <a:r>
              <a:t>:</a:t>
            </a:r>
          </a:p>
          <a:p>
            <a:pPr/>
            <a:r>
              <a:t>- token: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너 누구야</a:t>
            </a:r>
            <a:r>
              <a:t>? 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인증</a:t>
            </a:r>
            <a:r>
              <a:t>)</a:t>
            </a:r>
          </a:p>
          <a:p>
            <a:pPr/>
            <a:r>
              <a:t>- ca.crt: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진짜 </a:t>
            </a:r>
            <a:r>
              <a:t>apiserver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맞아</a:t>
            </a:r>
            <a:r>
              <a:t>? (TLS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검증</a:t>
            </a:r>
            <a:r>
              <a:t>)</a:t>
            </a:r>
          </a:p>
          <a:p>
            <a:pPr/>
            <a:r>
              <a:t>- namespace: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어느 네임스페이스에 속해</a:t>
            </a:r>
            <a:r>
              <a:t>? 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편의</a:t>
            </a:r>
            <a:r>
              <a:t>)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 마운트는 </a:t>
            </a:r>
            <a:r>
              <a:t>ServiceAccount admission controller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자동으로 해줌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명시적으로 끄려면</a:t>
            </a:r>
            <a:r>
              <a:t>: spec.automountServiceAccountToken: false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요즘 </a:t>
            </a:r>
            <a:r>
              <a:t>(k8s 1.21+) Projected Token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방식</a:t>
            </a:r>
            <a:r>
              <a:t>: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시간 제한 </a:t>
            </a:r>
            <a:r>
              <a:t>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감사 가능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책 시점의 영구 토큰과 다름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실습에서 직접 확인한 </a:t>
            </a:r>
            <a:r>
              <a:t>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단계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가장 중요한 학습 포인트는 마지막</a:t>
            </a:r>
            <a:r>
              <a:t>:</a:t>
            </a:r>
          </a:p>
          <a:p>
            <a:pPr/>
            <a:r>
              <a:t>"Role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 </a:t>
            </a:r>
            <a:r>
              <a:t>pods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만 줬으면</a:t>
            </a:r>
            <a:r>
              <a:t>, services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호출은 여전히 막힌다</a:t>
            </a:r>
            <a:r>
              <a:t>"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이건 보안의 기본 원칙 </a:t>
            </a:r>
            <a:r>
              <a:t>(Least Privilege).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이게 왜 중요</a:t>
            </a:r>
            <a:r>
              <a:t>?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운영 자동화 도구에 </a:t>
            </a:r>
            <a:r>
              <a:t>Role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부여할 때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일단 다 풀어주자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유혹이 큰데</a:t>
            </a:r>
            <a:r>
              <a:t>,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정확히 필요한 것만 줘야 함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실용적인 패턴 소개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앞에서 본 토큰 읽기</a:t>
            </a:r>
            <a:r>
              <a:t>, CA cert, Bearer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헤더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앱 코드에 다 넣기 귀찮음</a:t>
            </a:r>
            <a:r>
              <a:t>.</a:t>
            </a:r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사이드카가 대신 해준다</a:t>
            </a:r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발상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hape 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위반의 예</a:t>
            </a:r>
            <a:r>
              <a:t>.</a:t>
            </a:r>
          </a:p>
          <a:p>
            <a:pPr/>
            <a:r>
              <a:t>6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줄짜리 인증 보일러플레이트가 앱 코드에 들어가야 함</a:t>
            </a:r>
            <a:r>
              <a:t>.</a:t>
            </a:r>
          </a:p>
          <a:p>
            <a:pPr/>
            <a:r>
              <a:t>Java/Go/Python/Node.js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다 비슷한 코드</a:t>
            </a:r>
            <a:r>
              <a:t>.</a:t>
            </a:r>
          </a:p>
          <a:p>
            <a:pPr/>
          </a:p>
          <a:p>
            <a:pPr/>
            <a:r>
              <a:t>"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이거 한 번만 하면 안 될까</a:t>
            </a:r>
            <a:r>
              <a:t>?" → Ambassador.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Shape 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사이드카 패턴의 정수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앱은 </a:t>
            </a:r>
            <a:r>
              <a:t>plain HTTP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만 알면 됨</a:t>
            </a:r>
            <a:r>
              <a:t>. localhost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호출</a:t>
            </a:r>
            <a:r>
              <a:t>.</a:t>
            </a:r>
          </a:p>
          <a:p>
            <a:pPr/>
            <a:r>
              <a:t>proxy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컨테이너가 인증을 다 해줌</a:t>
            </a:r>
            <a:r>
              <a:t>.</a:t>
            </a:r>
          </a:p>
          <a:p>
            <a:pPr/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이미 잘 알려진 도구</a:t>
            </a:r>
            <a:r>
              <a:t>(kubectl)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사이드카로 쓰는 게 핵심</a:t>
            </a:r>
            <a:r>
              <a:t>.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새로 만들 필요 없이 기성품 활용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실습에서 발견한 이미지 교체</a:t>
            </a:r>
            <a:r>
              <a:t>:</a:t>
            </a: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책의 </a:t>
            </a:r>
            <a:r>
              <a:t>luksa/kubectl-proxy:1.6.2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는 </a:t>
            </a:r>
            <a:r>
              <a:t>2018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년 </a:t>
            </a:r>
            <a:r>
              <a:t>k8s 1.8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기반</a:t>
            </a:r>
            <a:r>
              <a:t>.</a:t>
            </a:r>
          </a:p>
          <a:p>
            <a:pPr/>
            <a:r>
              <a:t>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최신 클러스터</a:t>
            </a:r>
            <a:r>
              <a:t>(1.30+)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에서 호환성 이슈 가능</a:t>
            </a:r>
            <a:r>
              <a:t>.</a:t>
            </a:r>
          </a:p>
          <a:p>
            <a:pPr/>
            <a:r>
              <a:t>- bitnami/kubectl:latest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로 교체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항상 최신 </a:t>
            </a:r>
            <a:r>
              <a:t>kubectl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포함</a:t>
            </a:r>
            <a:r>
              <a:t>.</a:t>
            </a:r>
          </a:p>
          <a:p>
            <a:pPr/>
            <a:r>
              <a:t>- command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를 명시적으로 지정 </a:t>
            </a:r>
            <a:r>
              <a:t>(entrypoint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의존하지 않게</a:t>
            </a:r>
            <a:r>
              <a:t>)</a:t>
            </a:r>
          </a:p>
          <a:p>
            <a:pPr/>
          </a:p>
          <a:p>
            <a:pPr/>
            <a:r>
              <a:t>curl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이미지도 </a:t>
            </a:r>
            <a:r>
              <a:t>tutum/curl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 </a:t>
            </a:r>
            <a:r>
              <a:t>deprecated.</a:t>
            </a:r>
          </a:p>
          <a:p>
            <a:pPr/>
            <a:r>
              <a:t>curlimages/curl:latest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권장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실전에서는 </a:t>
            </a:r>
            <a:r>
              <a:t>raw curl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안 씀</a:t>
            </a:r>
            <a:r>
              <a:t>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라이브러리 사용</a:t>
            </a:r>
            <a:r>
              <a:t>.</a:t>
            </a:r>
          </a:p>
          <a:p>
            <a:pPr/>
          </a:p>
          <a:p>
            <a:pPr/>
            <a:r>
              <a:t>InClusterConfig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가 핵심</a:t>
            </a:r>
            <a:r>
              <a:t>:</a:t>
            </a:r>
          </a:p>
          <a:p>
            <a:pPr/>
            <a:r>
              <a:t>- SA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토큰 자동 발견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CA cert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자동 로드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API server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주소 자동 설정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한 줄로 끝남</a:t>
            </a:r>
            <a:r>
              <a:t>:</a:t>
            </a:r>
          </a:p>
          <a:p>
            <a:pPr/>
            <a:r>
              <a:t>    config := rest.InClusterConfig()</a:t>
            </a:r>
          </a:p>
          <a:p>
            <a:pPr/>
            <a:r>
              <a:t>    clientset := kubernetes.NewForConfig(config)</a:t>
            </a:r>
          </a:p>
          <a:p>
            <a:pPr/>
          </a:p>
          <a:p>
            <a:pPr/>
            <a:r>
              <a:t>Informer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패턴은 다음 단계 </a:t>
            </a:r>
            <a:r>
              <a:t>—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이벤트 기반 처리</a:t>
            </a:r>
            <a:r>
              <a:t>.</a:t>
            </a:r>
          </a:p>
          <a:p>
            <a:pPr/>
            <a:r>
              <a:t>Operator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만들 때 필수</a:t>
            </a:r>
            <a:r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